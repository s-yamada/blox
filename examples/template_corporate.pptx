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FooterLine"/>
          <p:cNvSpPr>
            <a:spLocks noGrp="1"/>
          </p:cNvSpPr>
          <p:nvPr/>
        </p:nvSpPr>
        <p:spPr>
          <a:xfrm>
            <a:off x="0" y="10224000"/>
            <a:ext cx="7560000" cy="72000"/>
          </a:xfrm>
          <a:prstGeom prst="rect">
            <a:avLst/>
          </a:prstGeom>
          <a:solidFill>
            <a:srgbClr val="004E9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CompanyName"/>
          <p:cNvSpPr txBox="1">
            <a:spLocks noGrp="1"/>
          </p:cNvSpPr>
          <p:nvPr/>
        </p:nvSpPr>
        <p:spPr>
          <a:xfrm>
            <a:off x="3960000" y="10332000"/>
            <a:ext cx="3240000" cy="28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ja-JP" sz="800" b="0" dirty="0">
                <a:solidFill>
                  <a:srgbClr val="004E96"/>
                </a:solidFill>
              </a:rPr>
              <a:t>Your Company, Inc.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